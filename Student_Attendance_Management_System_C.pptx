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Attendance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C Program</a:t>
            </a:r>
          </a:p>
          <a:p>
            <a:r>
              <a:t>Using File Handling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 student records</a:t>
            </a:r>
          </a:p>
          <a:p>
            <a:r>
              <a:t>• Mark attendance</a:t>
            </a:r>
          </a:p>
          <a:p>
            <a:r>
              <a:t>• Store data using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Student</a:t>
            </a:r>
          </a:p>
          <a:p>
            <a:r>
              <a:t>• Mark Attendance (Present/Absent)</a:t>
            </a:r>
          </a:p>
          <a:p>
            <a:r>
              <a:t>• View Attendance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 Programming Language</a:t>
            </a:r>
          </a:p>
          <a:p>
            <a:r>
              <a:t>• File Handling</a:t>
            </a:r>
          </a:p>
          <a:p>
            <a:r>
              <a:t>• GCC Compiler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Menu Selection → File Read/Write →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and efficient</a:t>
            </a:r>
          </a:p>
          <a:p>
            <a:r>
              <a:t>• No database required</a:t>
            </a:r>
          </a:p>
          <a:p>
            <a:r>
              <a:t>• Easy to understand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Date-wise attendance</a:t>
            </a:r>
          </a:p>
          <a:p>
            <a:r>
              <a:t>• Attendance percentage</a:t>
            </a:r>
          </a:p>
          <a:p>
            <a:r>
              <a:t>• Login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Attendance Management System</a:t>
            </a:r>
          </a:p>
          <a:p>
            <a:r>
              <a:t>C Programming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